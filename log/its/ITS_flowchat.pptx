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 hasCustomPrompt="tru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cs typeface="+mn-lt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  <a:cs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cs typeface="+mn-lt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true"/>
          </p:cNvSpPr>
          <p:nvPr>
            <p:ph type="subTitle" idx="1" hasCustomPrompt="true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false">
            <a:normAutofit/>
          </a:bodyPr>
          <a:lstStyle>
            <a:lvl1pPr>
              <a:defRPr sz="2400" b="1">
                <a:effectLst/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cs typeface="+mn-lt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  <a:cs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cs typeface="+mn-lt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true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 hasCustomPrompt="true"/>
          </p:nvPr>
        </p:nvSpPr>
        <p:spPr>
          <a:xfrm>
            <a:off x="646747" y="127000"/>
            <a:ext cx="4165200" cy="1600200"/>
          </a:xfrm>
        </p:spPr>
        <p:txBody>
          <a:bodyPr anchor="ctr" anchorCtr="false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true" noChangeAspect="true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true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true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true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lt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lt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true"/>
          </p:cNvSpPr>
          <p:nvPr>
            <p:ph type="ctrTitle"/>
          </p:nvPr>
        </p:nvSpPr>
        <p:spPr/>
        <p:txBody>
          <a:bodyPr/>
          <a:p>
            <a:r>
              <a:rPr lang="" altLang="zh-CN"/>
              <a:t>ITS flowchart</a:t>
            </a:r>
            <a:endParaRPr lang="" altLang="zh-CN"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WPS 演示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宋体</vt:lpstr>
      <vt:lpstr>Arial Unicode MS</vt:lpstr>
      <vt:lpstr>Arial Black</vt:lpstr>
      <vt:lpstr>文泉驿微米黑</vt:lpstr>
      <vt:lpstr>微软雅黑</vt:lpstr>
      <vt:lpstr>Times New Roman</vt:lpstr>
      <vt:lpstr>Webdings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</dc:creator>
  <cp:lastModifiedBy>wang</cp:lastModifiedBy>
  <cp:revision>7</cp:revision>
  <dcterms:created xsi:type="dcterms:W3CDTF">2021-05-02T15:04:30Z</dcterms:created>
  <dcterms:modified xsi:type="dcterms:W3CDTF">2021-05-02T15:04:30Z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2052-11.1.0.9604</vt:lpwstr>
  </property>
</Properties>
</file>