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custDataLst>
    <p:tags r:id="rId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67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单击输入您的封面副标题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5161915" y="9309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MoREST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1889125" y="89281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Read parameters</a:t>
            </a:r>
            <a:endParaRPr lang="en-US" altLang="zh-CN"/>
          </a:p>
        </p:txBody>
      </p:sp>
      <p:sp>
        <p:nvSpPr>
          <p:cNvPr id="7" name="圆角矩形 6"/>
          <p:cNvSpPr/>
          <p:nvPr/>
        </p:nvSpPr>
        <p:spPr>
          <a:xfrm>
            <a:off x="3888105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Phase space sampling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3888105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Enhanced sampling</a:t>
            </a:r>
            <a:endParaRPr lang="en-US" altLang="zh-CN"/>
          </a:p>
        </p:txBody>
      </p:sp>
      <p:sp>
        <p:nvSpPr>
          <p:cNvPr id="9" name="圆角矩形 8"/>
          <p:cNvSpPr/>
          <p:nvPr/>
        </p:nvSpPr>
        <p:spPr>
          <a:xfrm>
            <a:off x="6673850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Wall potential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1102360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Many body potential</a:t>
            </a:r>
            <a:endParaRPr lang="en-US" altLang="zh-CN"/>
          </a:p>
        </p:txBody>
      </p:sp>
      <p:sp>
        <p:nvSpPr>
          <p:cNvPr id="11" name="圆角矩形 10"/>
          <p:cNvSpPr/>
          <p:nvPr/>
        </p:nvSpPr>
        <p:spPr>
          <a:xfrm>
            <a:off x="6673850" y="301625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Trajectory scattering</a:t>
            </a:r>
            <a:endParaRPr lang="en-US" altLang="zh-CN"/>
          </a:p>
        </p:txBody>
      </p:sp>
      <p:sp>
        <p:nvSpPr>
          <p:cNvPr id="12" name="圆角矩形 11"/>
          <p:cNvSpPr/>
          <p:nvPr/>
        </p:nvSpPr>
        <p:spPr>
          <a:xfrm>
            <a:off x="9459595" y="5101590"/>
            <a:ext cx="1868805" cy="82550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/>
              <a:t>Collective variable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COMMONDATA" val="eyJoZGlkIjoiN2MzMGY1YmNiZTExZWI5NzQ5ZTIwNDdjYjIxODRlMDk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</Words>
  <Application>WPS 演示</Application>
  <PresentationFormat>宽屏</PresentationFormat>
  <Paragraphs>20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Office 主题​​</vt:lpstr>
      <vt:lpstr>空白演示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which</cp:lastModifiedBy>
  <cp:revision>152</cp:revision>
  <dcterms:created xsi:type="dcterms:W3CDTF">2019-06-19T02:08:00Z</dcterms:created>
  <dcterms:modified xsi:type="dcterms:W3CDTF">2022-05-15T00:25:54Z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2052-11.1.0.11691</vt:lpwstr>
  </property>
  <property fmtid="{D5CDD505-2E9C-101B-9397-08002B2CF9AE}" pid="3" name="ICV">
    <vt:lpwstr>6CF4E2DE5EAC49D8A1C21436BE075B65</vt:lpwstr>
  </property>
</Properties>
</file>