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MoREST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161915" y="93091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MoREST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1889125" y="89281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Read parameters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3888105" y="301625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Phase space sampling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1889125" y="510159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Enhanced sampling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5161280" y="510159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Wall potential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8434705" y="89281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Many body potential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6673850" y="301625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Trajectory scattering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8433435" y="5139690"/>
            <a:ext cx="1868805" cy="825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Collective variable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Trajectory scattering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Collective variable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distance 1/-1 cutoff atom1 atom2: returns True when the distance between atom1 and atom2 is longer/shorter (1/-1) than the cutoff.</a:t>
            </a:r>
            <a:endParaRPr lang="en-US" altLang="zh-CN"/>
          </a:p>
          <a:p>
            <a:r>
              <a:rPr lang="en-US" altLang="zh-CN"/>
              <a:t>angle 1/-1 cutoff atom1 atom2 atom3: returns True when the angle of atom1-atom2-atom3 is larger/smaller (1/-1) than the cutoff.</a:t>
            </a:r>
            <a:endParaRPr lang="en-US" altLang="zh-CN"/>
          </a:p>
          <a:p>
            <a:r>
              <a:rPr lang="en-US" altLang="zh-CN"/>
              <a:t>dihedral 1/-1 cutoff atom1 atom2 atom3 atom4: returns True when the dihedral of atom1-atom2-atom3-atom4 is larger/smaller (1/-1) than the cutoff.</a:t>
            </a:r>
            <a:endParaRPr lang="en-US" altLang="zh-CN"/>
          </a:p>
          <a:p>
            <a:r>
              <a:rPr lang="en-US" altLang="zh-CN"/>
              <a:t>central_R_one 1/-1 cutoff N_atom atom1 atom2 ...: returns True when one of atom1 atom2 ... is farther/closer to the original point than the cutoff. (</a:t>
            </a:r>
            <a:r>
              <a:rPr lang="en-US" altLang="zh-CN">
                <a:sym typeface="+mn-ea"/>
              </a:rPr>
              <a:t>central_R_one 1/-1 cutoff all: check all atoms in the system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>
                <a:sym typeface="+mn-ea"/>
              </a:rPr>
              <a:t>central_R_all 1/-1 cutoff N_atom atom1 atom2 ...: returns True when all of atom1 atom2 ... is farther/closer to the original point than the cutoff. (</a:t>
            </a:r>
            <a:r>
              <a:rPr lang="en-US" altLang="zh-CN">
                <a:sym typeface="+mn-ea"/>
              </a:rPr>
              <a:t>central_R_all 1/-1 cutoff all: check all atoms in the system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COMMONDATA" val="eyJoZGlkIjoiN2MzMGY1YmNiZTExZWI5NzQ5ZTIwNDdjYjIxODRlMDk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WPS 演示</Application>
  <PresentationFormat>宽屏</PresentationFormat>
  <Paragraphs>30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MoREST</vt:lpstr>
      <vt:lpstr>PowerPoint 演示文稿</vt:lpstr>
      <vt:lpstr>Trajectory scattering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which</cp:lastModifiedBy>
  <cp:revision>159</cp:revision>
  <dcterms:created xsi:type="dcterms:W3CDTF">2019-06-19T02:08:00Z</dcterms:created>
  <dcterms:modified xsi:type="dcterms:W3CDTF">2022-05-17T14:14:00Z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2052-11.1.0.11691</vt:lpwstr>
  </property>
  <property fmtid="{D5CDD505-2E9C-101B-9397-08002B2CF9AE}" pid="3" name="ICV">
    <vt:lpwstr>6CF4E2DE5EAC49D8A1C21436BE075B65</vt:lpwstr>
  </property>
</Properties>
</file>