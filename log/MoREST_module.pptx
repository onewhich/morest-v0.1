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3"/>
    <p:sldId id="257" r:id="rId4"/>
    <p:sldId id="258" r:id="rId5"/>
    <p:sldId id="259" r:id="rId6"/>
  </p:sldIdLst>
  <p:sldSz cx="12192000" cy="6858000"/>
  <p:notesSz cx="6858000" cy="9144000"/>
  <p:custDataLst>
    <p:tags r:id="rId1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gs" Target="tags/tag69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MoREST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单击输入您的封面副标题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>
          <a:xfrm>
            <a:off x="5161915" y="93091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MoREST</a:t>
            </a:r>
            <a:endParaRPr lang="en-US" altLang="zh-CN"/>
          </a:p>
        </p:txBody>
      </p:sp>
      <p:sp>
        <p:nvSpPr>
          <p:cNvPr id="6" name="圆角矩形 5"/>
          <p:cNvSpPr/>
          <p:nvPr/>
        </p:nvSpPr>
        <p:spPr>
          <a:xfrm>
            <a:off x="1889125" y="89281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Read parameters</a:t>
            </a:r>
            <a:endParaRPr lang="en-US" altLang="zh-CN"/>
          </a:p>
        </p:txBody>
      </p:sp>
      <p:sp>
        <p:nvSpPr>
          <p:cNvPr id="7" name="圆角矩形 6"/>
          <p:cNvSpPr/>
          <p:nvPr/>
        </p:nvSpPr>
        <p:spPr>
          <a:xfrm>
            <a:off x="3888105" y="301625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Phase space sampling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1889125" y="510159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Enhanced sampling</a:t>
            </a:r>
            <a:endParaRPr lang="en-US" altLang="zh-CN"/>
          </a:p>
        </p:txBody>
      </p:sp>
      <p:sp>
        <p:nvSpPr>
          <p:cNvPr id="9" name="圆角矩形 8"/>
          <p:cNvSpPr/>
          <p:nvPr/>
        </p:nvSpPr>
        <p:spPr>
          <a:xfrm>
            <a:off x="5161280" y="510159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Wall potential</a:t>
            </a:r>
            <a:endParaRPr lang="en-US" altLang="zh-CN"/>
          </a:p>
        </p:txBody>
      </p:sp>
      <p:sp>
        <p:nvSpPr>
          <p:cNvPr id="10" name="圆角矩形 9"/>
          <p:cNvSpPr/>
          <p:nvPr/>
        </p:nvSpPr>
        <p:spPr>
          <a:xfrm>
            <a:off x="8434705" y="89281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Many body potential</a:t>
            </a:r>
            <a:endParaRPr lang="en-US" altLang="zh-CN"/>
          </a:p>
        </p:txBody>
      </p:sp>
      <p:sp>
        <p:nvSpPr>
          <p:cNvPr id="11" name="圆角矩形 10"/>
          <p:cNvSpPr/>
          <p:nvPr/>
        </p:nvSpPr>
        <p:spPr>
          <a:xfrm>
            <a:off x="6673850" y="301625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Trajectory scattering</a:t>
            </a:r>
            <a:endParaRPr lang="en-US" altLang="zh-CN"/>
          </a:p>
        </p:txBody>
      </p:sp>
      <p:sp>
        <p:nvSpPr>
          <p:cNvPr id="12" name="圆角矩形 11"/>
          <p:cNvSpPr/>
          <p:nvPr/>
        </p:nvSpPr>
        <p:spPr>
          <a:xfrm>
            <a:off x="8433435" y="513969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Collective variable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Trajectory scattering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lvl="1">
              <a:buFont typeface="Wingdings" panose="05000000000000000000" charset="0"/>
              <a:buChar char="l"/>
            </a:pPr>
            <a:r>
              <a:rPr lang="en-US" altLang="zh-CN"/>
              <a:t>No pre-thermolization</a:t>
            </a:r>
            <a:endParaRPr lang="en-US" altLang="zh-CN"/>
          </a:p>
          <a:p>
            <a:pPr marL="1143000" lvl="2" indent="-228600">
              <a:buFont typeface="Arial" panose="020B0604020202020204" pitchFamily="34" charset="0"/>
              <a:buChar char="●"/>
            </a:pPr>
            <a:r>
              <a:rPr lang="en-US" altLang="zh-CN">
                <a:solidFill>
                  <a:schemeClr val="tx1">
                    <a:lumMod val="65000"/>
                    <a:lumOff val="35000"/>
                  </a:schemeClr>
                </a:solidFill>
              </a:rPr>
              <a:t>1. Move the mass centers of target and incident molecule to (0,0,0)</a:t>
            </a:r>
            <a:endParaRPr lang="en-US" altLang="zh-CN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lvl="2"/>
            <a:r>
              <a:rPr lang="en-US" altLang="zh-CN"/>
              <a:t>2. Using Maxwell-Boltzmann distribution initialize target molecule, and remove transilational movement.</a:t>
            </a:r>
            <a:endParaRPr lang="en-US" altLang="zh-CN"/>
          </a:p>
          <a:p>
            <a:pPr lvl="2"/>
            <a:r>
              <a:rPr lang="en-US" altLang="zh-CN"/>
              <a:t>3. Using Maxwell-Boltzmann distribution initialize incident molecule, and redirect translational movement to point to the final point around target molecule.</a:t>
            </a:r>
            <a:endParaRPr lang="en-US" altLang="zh-CN"/>
          </a:p>
          <a:p>
            <a:pPr lvl="2"/>
            <a:r>
              <a:rPr lang="en-US" altLang="zh-CN"/>
              <a:t>4. Combine target and incident molecule to the same system.</a:t>
            </a:r>
            <a:endParaRPr lang="en-US" altLang="zh-CN"/>
          </a:p>
          <a:p>
            <a:pPr lvl="2"/>
            <a:r>
              <a:rPr lang="en-US" altLang="zh-CN"/>
              <a:t>5. Run MD.</a:t>
            </a:r>
            <a:endParaRPr lang="en-US" altLang="zh-CN"/>
          </a:p>
          <a:p>
            <a:pPr lvl="2"/>
            <a:r>
              <a:rPr lang="en-US" altLang="zh-CN"/>
              <a:t>6. Stop when match the stop condition or after rquired trajectory length.</a:t>
            </a:r>
            <a:endParaRPr lang="en-US" altLang="zh-CN"/>
          </a:p>
          <a:p>
            <a:pPr marL="685800" lvl="1" indent="-228600">
              <a:buFont typeface="Wingdings" panose="05000000000000000000" charset="0"/>
              <a:buChar char="l"/>
            </a:pPr>
            <a:r>
              <a:rPr lang="en-US" altLang="zh-CN">
                <a:solidFill>
                  <a:schemeClr val="tx1">
                    <a:lumMod val="65000"/>
                    <a:lumOff val="35000"/>
                  </a:schemeClr>
                </a:solidFill>
              </a:rPr>
              <a:t>pre-thermolization</a:t>
            </a:r>
            <a:endParaRPr lang="en-US" altLang="zh-CN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Collective variable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p>
            <a:r>
              <a:rPr lang="en-US" altLang="zh-CN"/>
              <a:t>distance 1/-1 cutoff atom1 atom2: returns True when the distance between atom1 and atom2 is longer/shorter (1/-1) than the cutoff.</a:t>
            </a:r>
            <a:endParaRPr lang="en-US" altLang="zh-CN"/>
          </a:p>
          <a:p>
            <a:r>
              <a:rPr lang="en-US" altLang="zh-CN"/>
              <a:t>angle 1/-1 cutoff atom1 atom2 atom3: returns True when the angle of atom1-atom2-atom3 is larger/smaller (1/-1) than the cutoff.</a:t>
            </a:r>
            <a:endParaRPr lang="en-US" altLang="zh-CN"/>
          </a:p>
          <a:p>
            <a:r>
              <a:rPr lang="en-US" altLang="zh-CN"/>
              <a:t>dihedral 1/-1 cutoff atom1 atom2 atom3 atom4: returns True when the dihedral of atom1-atom2-atom3-atom4 is larger/smaller (1/-1) than the cutoff.</a:t>
            </a:r>
            <a:endParaRPr lang="en-US" altLang="zh-CN"/>
          </a:p>
          <a:p>
            <a:r>
              <a:rPr lang="en-US" altLang="zh-CN"/>
              <a:t>central_R_one 1/-1 cutoff N_atom atom1 atom2 ...: returns True when one of atom1 atom2 ... is farther/closer to the original point than the cutoff. (</a:t>
            </a:r>
            <a:r>
              <a:rPr lang="en-US" altLang="zh-CN">
                <a:sym typeface="+mn-ea"/>
              </a:rPr>
              <a:t>central_R_one 1/-1 cutoff all: check all atoms in the system</a:t>
            </a:r>
            <a:r>
              <a:rPr lang="en-US" altLang="zh-CN"/>
              <a:t>)</a:t>
            </a:r>
            <a:endParaRPr lang="en-US" altLang="zh-CN"/>
          </a:p>
          <a:p>
            <a:r>
              <a:rPr lang="en-US" altLang="zh-CN">
                <a:sym typeface="+mn-ea"/>
              </a:rPr>
              <a:t>central_R_all 1/-1 cutoff N_atom atom1 atom2 ...: returns True when all of atom1 atom2 ... is farther/closer to the original point than the cutoff. (</a:t>
            </a:r>
            <a:r>
              <a:rPr lang="en-US" altLang="zh-CN">
                <a:sym typeface="+mn-ea"/>
              </a:rPr>
              <a:t>central_R_all 1/-1 cutoff all: check all atoms in the system</a:t>
            </a:r>
            <a:r>
              <a:rPr lang="en-US" altLang="zh-CN">
                <a:sym typeface="+mn-ea"/>
              </a:rPr>
              <a:t>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PRESET_TEXT" val="空白演示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输入您的封面副标题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COMMONDATA" val="eyJoZGlkIjoiN2MzMGY1YmNiZTExZWI5NzQ5ZTIwNDdjYjIxODRlMDkifQ==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1518</Words>
  <Application>WPS 演示</Application>
  <PresentationFormat>宽屏</PresentationFormat>
  <Paragraphs>39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2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Office 主题​​</vt:lpstr>
      <vt:lpstr>MoREST</vt:lpstr>
      <vt:lpstr>PowerPoint 演示文稿</vt:lpstr>
      <vt:lpstr>Trajectory scattering</vt:lpstr>
      <vt:lpstr>Collective variable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which</cp:lastModifiedBy>
  <cp:revision>164</cp:revision>
  <dcterms:created xsi:type="dcterms:W3CDTF">2019-06-19T02:08:00Z</dcterms:created>
  <dcterms:modified xsi:type="dcterms:W3CDTF">2022-05-17T20:45:03Z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2052-11.1.0.11691</vt:lpwstr>
  </property>
  <property fmtid="{D5CDD505-2E9C-101B-9397-08002B2CF9AE}" pid="3" name="ICV">
    <vt:lpwstr>6CF4E2DE5EAC49D8A1C21436BE075B65</vt:lpwstr>
  </property>
</Properties>
</file>