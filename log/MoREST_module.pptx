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68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单击输入您的封面副标题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5161915" y="9309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188912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Read parameters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3888105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Phase space sampling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1889125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Enhanced sampling</a:t>
            </a:r>
            <a:endParaRPr lang="en-US" altLang="zh-CN"/>
          </a:p>
        </p:txBody>
      </p:sp>
      <p:sp>
        <p:nvSpPr>
          <p:cNvPr id="9" name="圆角矩形 8"/>
          <p:cNvSpPr/>
          <p:nvPr/>
        </p:nvSpPr>
        <p:spPr>
          <a:xfrm>
            <a:off x="5161280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Wall potential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843470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Many body potential</a:t>
            </a:r>
            <a:endParaRPr lang="en-US" altLang="zh-CN"/>
          </a:p>
        </p:txBody>
      </p:sp>
      <p:sp>
        <p:nvSpPr>
          <p:cNvPr id="11" name="圆角矩形 10"/>
          <p:cNvSpPr/>
          <p:nvPr/>
        </p:nvSpPr>
        <p:spPr>
          <a:xfrm>
            <a:off x="6673850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12" name="圆角矩形 11"/>
          <p:cNvSpPr/>
          <p:nvPr/>
        </p:nvSpPr>
        <p:spPr>
          <a:xfrm>
            <a:off x="8433435" y="51396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Collective variable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Input:</a:t>
            </a:r>
            <a:endParaRPr lang="en-US" altLang="zh-CN"/>
          </a:p>
          <a:p>
            <a:pPr lvl="1"/>
            <a:r>
              <a:rPr lang="en-US" altLang="zh-CN"/>
              <a:t>Trajectory_scattering		True</a:t>
            </a:r>
            <a:endParaRPr lang="en-US" altLang="zh-CN"/>
          </a:p>
          <a:p>
            <a:pPr lvl="1"/>
            <a:r>
              <a:rPr lang="en-US" altLang="zh-CN"/>
              <a:t>Scattering_initialization		True</a:t>
            </a:r>
            <a:endParaRPr lang="en-US" altLang="zh-CN"/>
          </a:p>
          <a:p>
            <a:pPr lvl="1"/>
            <a:r>
              <a:rPr lang="en-US" altLang="zh-CN"/>
              <a:t>Thermolized_molecules		True # If true, the thermolization trajectories of the target and incident molecules are required. Otherwise, the initial structures are required.</a:t>
            </a:r>
            <a:endParaRPr lang="en-US" altLang="zh-CN"/>
          </a:p>
          <a:p>
            <a:pPr lvl="1"/>
            <a:r>
              <a:rPr lang="en-US" altLang="zh-CN"/>
              <a:t>Trajectory_number			1000 # The number of trajectories for scattering.</a:t>
            </a:r>
            <a:endParaRPr lang="en-US" altLang="zh-CN"/>
          </a:p>
          <a:p>
            <a:pPr lvl="1"/>
            <a:r>
              <a:rPr lang="en-US" altLang="zh-CN"/>
              <a:t>Target_molecule			file_name # structure or trajectory of the target molecule.</a:t>
            </a:r>
            <a:endParaRPr lang="en-US" altLang="zh-CN"/>
          </a:p>
          <a:p>
            <a:pPr lvl="1"/>
            <a:r>
              <a:rPr lang="en-US" altLang="zh-CN"/>
              <a:t>Incident_molecule			file_name # structure or trajectory of the incident molecule.</a:t>
            </a:r>
            <a:endParaRPr lang="en-US" altLang="zh-CN"/>
          </a:p>
          <a:p>
            <a:pPr lvl="1"/>
            <a:r>
              <a:rPr lang="en-US" altLang="zh-CN"/>
              <a:t>Collision_temperature		400 # in K. This temperature defines the translational energy of incident molecule, while the target molecule is static, if Thermolized_molecules is True. Otherwise, the whole system will be initialized with Maxwell-Boltzmann distribution at this temperature, and the direction of movement will be re-directed to collision direction.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COMMONDATA" val="eyJoZGlkIjoiN2MzMGY1YmNiZTExZWI5NzQ5ZTIwNDdjYjIxODRlMDk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985</Words>
  <Application>WPS 演示</Application>
  <PresentationFormat>宽屏</PresentationFormat>
  <Paragraphs>32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Office 主题​​</vt:lpstr>
      <vt:lpstr>MoREST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which</cp:lastModifiedBy>
  <cp:revision>155</cp:revision>
  <dcterms:created xsi:type="dcterms:W3CDTF">2019-06-19T02:08:00Z</dcterms:created>
  <dcterms:modified xsi:type="dcterms:W3CDTF">2022-05-16T11:29:47Z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2052-11.1.0.11691</vt:lpwstr>
  </property>
  <property fmtid="{D5CDD505-2E9C-101B-9397-08002B2CF9AE}" pid="3" name="ICV">
    <vt:lpwstr>6CF4E2DE5EAC49D8A1C21436BE075B65</vt:lpwstr>
  </property>
</Properties>
</file>